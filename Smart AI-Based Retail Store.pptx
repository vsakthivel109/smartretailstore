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0405-036F-5A62-6214-B7B2CF80A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4125" y="464695"/>
            <a:ext cx="9826000" cy="5561351"/>
          </a:xfrm>
        </p:spPr>
        <p:txBody>
          <a:bodyPr>
            <a:normAutofit/>
          </a:bodyPr>
          <a:lstStyle/>
          <a:p>
            <a:pPr algn="l"/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Spark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: P-2024-28-EI-159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Leader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Sibithra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Sakthivel V, Viviksha K,</a:t>
            </a:r>
            <a:b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cap="none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Arun R, Shri Krishnamoorthy S</a:t>
            </a:r>
            <a:br>
              <a:rPr lang="en-US" sz="3600" cap="none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</a:br>
            <a:r>
              <a:rPr lang="en-US" sz="3600" cap="none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KITE Department : ECE</a:t>
            </a:r>
            <a:br>
              <a:rPr lang="en-US" sz="3600" cap="none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</a:br>
            <a:r>
              <a:rPr lang="en-US" sz="3600" cap="none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SOI Domain : EI</a:t>
            </a:r>
            <a:br>
              <a:rPr lang="en-US" sz="3600" cap="none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</a:br>
            <a:br>
              <a:rPr lang="en-US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72150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2DE68-24DE-B342-B7E8-864B9A016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7757" y="1933731"/>
            <a:ext cx="7742368" cy="349270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AI-Based Retail Store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C1A8D-DE64-BFAD-1917-A3DFE5563B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Product Recommendation and Intelligent Shelf Arrangement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903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F9AF4-5E77-61B9-07ED-275C36D78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0"/>
            <a:ext cx="10131425" cy="152899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&amp; Need of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98073-94A6-DCDE-CF55-E318358ED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34125"/>
            <a:ext cx="10820398" cy="517160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Modern retail stores generate massive volumes of customer and sales data, but traditional              systems fail to utilize this data effectively. This project proposes a Smart AI-Based Retail   Store that leverages Generative AI (GenAI) to provide personalized product recommendations and optimize product arrangement within the store. By analyzing customer behavior, purchase history, and real-time demand patterns, the system enhances customer experience and increases sales efficiency.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OF GENERATIVE AI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 and complex customer data intelligently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product suggestions dynamically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customer preferences instead of relying on static rules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decision-making for shelf placement and promotions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customer engagement and revenue growth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19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4E18-D09A-93D3-C68C-3982B81F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84814"/>
            <a:ext cx="10481871" cy="10643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Solved Using GenAI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BF44C-AD3B-CAEF-40F0-ABDC79505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989351"/>
            <a:ext cx="10131425" cy="55838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stores face challenges such as: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product placement leading to low visibility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recommendations that do not match customer interest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Overstocking and understocking of products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sales trends causing delays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USING GENAI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GenAI analyzes customer behavior and sales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personalized recommendations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optimal product arrangement based on demand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future trends to support inventory planning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346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3525-D83B-ACB3-3492-31D011829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10692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GenAI / AI Features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8C144-3FE7-077F-4012-F1C37263A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83831"/>
            <a:ext cx="10131425" cy="400737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AI &amp; GENAI FEATURES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product recommendation engine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 and sentiment analysis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 and trend prediction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shelf arrangement optimization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promotional offer generation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decision support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59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DECC-B62F-B16D-520C-78AF21093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97935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Tools, Models &amp; Packages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30791-1A92-5493-AB93-56612FEDD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88957"/>
            <a:ext cx="10131425" cy="48718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GENAI MODELS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for recommendation logic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for prediction and classification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PACKAGES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API / LLM frameworks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UI dashboard)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 / MongoDB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727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38228-0286-01F8-8F69-4A63704C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1009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5CFFA-5091-E432-2171-E5098562B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18939"/>
            <a:ext cx="10131425" cy="41722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RESULTS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customer engagement and satisfaction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sales through personalized recommendations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product visibility using smart shelf placement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 in analyzing sales trends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product list for each customer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shelf arrangement suggestions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high-demand products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promotional offers</a:t>
            </a:r>
          </a:p>
        </p:txBody>
      </p:sp>
    </p:spTree>
    <p:extLst>
      <p:ext uri="{BB962C8B-B14F-4D97-AF65-F5344CB8AC3E}">
        <p14:creationId xmlns:p14="http://schemas.microsoft.com/office/powerpoint/2010/main" val="279543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6F95-6C6E-61CD-0718-DF2B7E94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066799"/>
            <a:ext cx="10131425" cy="142156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C67FD-0397-3069-F434-1DB718AF1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44184"/>
            <a:ext cx="10131425" cy="4547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AI-Based Retail Store system demonstrates how Generative AI can transform retail operations by automating product recommendations and optimizing product arrangement. By utilizing AI-driven insights, the system improves customer satisfaction, increases sales efficiency, and enables intelligent retail management. The proposed solution highlights the future of smart, data-driven retail environments powered by GenAI.</a:t>
            </a:r>
          </a:p>
        </p:txBody>
      </p:sp>
    </p:spTree>
    <p:extLst>
      <p:ext uri="{BB962C8B-B14F-4D97-AF65-F5344CB8AC3E}">
        <p14:creationId xmlns:p14="http://schemas.microsoft.com/office/powerpoint/2010/main" val="32469824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{72B5D40D-9361-400E-A62A-BA8939F31E10}TFb5ae2469-0bae-4978-b0e0-39dd046150ff9a115ede-a9c3cc5252b0</Template>
  <TotalTime>25</TotalTime>
  <Words>449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Celestial</vt:lpstr>
      <vt:lpstr>Team Name: The Spark Team Id: : P-2024-28-EI-159  Team Leader: Sibithra V Team Members: Sakthivel V, Viviksha K, Arun R, Shri Krishnamoorthy S KITE Department : ECE SOI Domain : EI  </vt:lpstr>
      <vt:lpstr>Smart AI-Based Retail Store  </vt:lpstr>
      <vt:lpstr>Abstract &amp; Need of Generative AI</vt:lpstr>
      <vt:lpstr>Problem Statement Solved Using GenAI </vt:lpstr>
      <vt:lpstr>GenAI / AI Features Used</vt:lpstr>
      <vt:lpstr>Tools, Models &amp; Packages Used</vt:lpstr>
      <vt:lpstr>Results and Outputs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sibithra v</dc:creator>
  <cp:lastModifiedBy>sibithra v</cp:lastModifiedBy>
  <cp:revision>2</cp:revision>
  <dcterms:created xsi:type="dcterms:W3CDTF">2026-02-04T16:34:22Z</dcterms:created>
  <dcterms:modified xsi:type="dcterms:W3CDTF">2026-02-05T03:36:53Z</dcterms:modified>
</cp:coreProperties>
</file>